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1b953bd775446f" /><Relationship Type="http://schemas.openxmlformats.org/officeDocument/2006/relationships/extended-properties" Target="/docProps/app.xml" Id="Rd00928bb7f4b479c" /><Relationship Type="http://schemas.openxmlformats.org/officeDocument/2006/relationships/officeDocument" Target="/ppt/presentation.xml" Id="R4d0c4470b21a41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7dded94b8a400a"/>
  </p:sldMasterIdLst>
  <p:notesMasterIdLst>
    <p:notesMasterId xmlns:r="http://schemas.openxmlformats.org/officeDocument/2006/relationships" r:id="R2fcab7c71e664941"/>
  </p:notesMasterIdLst>
  <p:sldIdLst>
    <p:sldId xmlns:r="http://schemas.openxmlformats.org/officeDocument/2006/relationships" id="256" r:id="R849e122ed3034d69"/>
    <p:sldId xmlns:r="http://schemas.openxmlformats.org/officeDocument/2006/relationships" id="257" r:id="Re8e7c486679d4a47"/>
    <p:sldId xmlns:r="http://schemas.openxmlformats.org/officeDocument/2006/relationships" id="258" r:id="R9f5b31e32f5a4a56"/>
    <p:sldId xmlns:r="http://schemas.openxmlformats.org/officeDocument/2006/relationships" id="259" r:id="R900b4747767f493a"/>
    <p:sldId xmlns:r="http://schemas.openxmlformats.org/officeDocument/2006/relationships" id="260" r:id="R33edc5e9441744d4"/>
    <p:sldId xmlns:r="http://schemas.openxmlformats.org/officeDocument/2006/relationships" id="261" r:id="R54a9b84fd8874205"/>
    <p:sldId xmlns:r="http://schemas.openxmlformats.org/officeDocument/2006/relationships" id="262" r:id="Rb0eb4049a442496b"/>
    <p:sldId xmlns:r="http://schemas.openxmlformats.org/officeDocument/2006/relationships" id="263" r:id="Rc990db5db77747c5"/>
    <p:sldId xmlns:r="http://schemas.openxmlformats.org/officeDocument/2006/relationships" id="264" r:id="R08e254d20edb4190"/>
    <p:sldId xmlns:r="http://schemas.openxmlformats.org/officeDocument/2006/relationships" id="265" r:id="R51c305b8cb28432b"/>
    <p:sldId xmlns:r="http://schemas.openxmlformats.org/officeDocument/2006/relationships" id="266" r:id="Rb7595caea9694923"/>
    <p:sldId xmlns:r="http://schemas.openxmlformats.org/officeDocument/2006/relationships" id="267" r:id="Rca8b88b1297b44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42e3ed285d4b93" /><Relationship Type="http://schemas.openxmlformats.org/officeDocument/2006/relationships/slideMaster" Target="/ppt/slideMasters/slideMaster1.xml" Id="R197dded94b8a400a" /><Relationship Type="http://schemas.openxmlformats.org/officeDocument/2006/relationships/notesMaster" Target="/ppt/notesMasters/notesMaster1.xml" Id="R2fcab7c71e664941" /><Relationship Type="http://schemas.openxmlformats.org/officeDocument/2006/relationships/presProps" Target="/ppt/presProps.xml" Id="R1cfdb7417a3c452f" /><Relationship Type="http://schemas.openxmlformats.org/officeDocument/2006/relationships/tableStyles" Target="/ppt/tableStyles.xml" Id="R784c1c686df94e23" /><Relationship Type="http://schemas.openxmlformats.org/officeDocument/2006/relationships/slide" Target="/ppt/slides/slide1.xml" Id="R849e122ed3034d69" /><Relationship Type="http://schemas.openxmlformats.org/officeDocument/2006/relationships/slide" Target="/ppt/slides/slide2.xml" Id="Re8e7c486679d4a47" /><Relationship Type="http://schemas.openxmlformats.org/officeDocument/2006/relationships/slide" Target="/ppt/slides/slide3.xml" Id="R9f5b31e32f5a4a56" /><Relationship Type="http://schemas.openxmlformats.org/officeDocument/2006/relationships/slide" Target="/ppt/slides/slide4.xml" Id="R900b4747767f493a" /><Relationship Type="http://schemas.openxmlformats.org/officeDocument/2006/relationships/slide" Target="/ppt/slides/slide5.xml" Id="R33edc5e9441744d4" /><Relationship Type="http://schemas.openxmlformats.org/officeDocument/2006/relationships/slide" Target="/ppt/slides/slide6.xml" Id="R54a9b84fd8874205" /><Relationship Type="http://schemas.openxmlformats.org/officeDocument/2006/relationships/slide" Target="/ppt/slides/slide7.xml" Id="Rb0eb4049a442496b" /><Relationship Type="http://schemas.openxmlformats.org/officeDocument/2006/relationships/slide" Target="/ppt/slides/slide8.xml" Id="Rc990db5db77747c5" /><Relationship Type="http://schemas.openxmlformats.org/officeDocument/2006/relationships/slide" Target="/ppt/slides/slide9.xml" Id="R08e254d20edb4190" /><Relationship Type="http://schemas.openxmlformats.org/officeDocument/2006/relationships/slide" Target="/ppt/slides/slide10.xml" Id="R51c305b8cb28432b" /><Relationship Type="http://schemas.openxmlformats.org/officeDocument/2006/relationships/slide" Target="/ppt/slides/slide11.xml" Id="Rb7595caea9694923" /><Relationship Type="http://schemas.openxmlformats.org/officeDocument/2006/relationships/slide" Target="/ppt/slides/slide12.xml" Id="Rca8b88b1297b44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4c062886ed49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343f201071471f" /><Relationship Type="http://schemas.openxmlformats.org/officeDocument/2006/relationships/notesMaster" Target="/ppt/notesMasters/notesMaster1.xml" Id="R5445dae6332146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1aa749d12040ae" /><Relationship Type="http://schemas.openxmlformats.org/officeDocument/2006/relationships/notesMaster" Target="/ppt/notesMasters/notesMaster1.xml" Id="Re8284b8914f842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6c873e9410471c" /><Relationship Type="http://schemas.openxmlformats.org/officeDocument/2006/relationships/notesMaster" Target="/ppt/notesMasters/notesMaster1.xml" Id="Re32320a7e2a540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d7e8b86169461d" /><Relationship Type="http://schemas.openxmlformats.org/officeDocument/2006/relationships/notesMaster" Target="/ppt/notesMasters/notesMaster1.xml" Id="Rf145ea34ed0348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1c76316ca748de" /><Relationship Type="http://schemas.openxmlformats.org/officeDocument/2006/relationships/notesMaster" Target="/ppt/notesMasters/notesMaster1.xml" Id="R8e64adddeb894b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bbed70ea994120" /><Relationship Type="http://schemas.openxmlformats.org/officeDocument/2006/relationships/notesMaster" Target="/ppt/notesMasters/notesMaster1.xml" Id="Ra777462691e442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dd02dd0b6b4163" /><Relationship Type="http://schemas.openxmlformats.org/officeDocument/2006/relationships/notesMaster" Target="/ppt/notesMasters/notesMaster1.xml" Id="R3cd6f9acb46b41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32785a4bcc4104" /><Relationship Type="http://schemas.openxmlformats.org/officeDocument/2006/relationships/notesMaster" Target="/ppt/notesMasters/notesMaster1.xml" Id="R6d3590aae1e14e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81cfefe3af487f" /><Relationship Type="http://schemas.openxmlformats.org/officeDocument/2006/relationships/notesMaster" Target="/ppt/notesMasters/notesMaster1.xml" Id="Rd8945ccc6d0641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54ce302a44406d" /><Relationship Type="http://schemas.openxmlformats.org/officeDocument/2006/relationships/notesMaster" Target="/ppt/notesMasters/notesMaster1.xml" Id="R6e7807d89aa747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ffc62484424637" /><Relationship Type="http://schemas.openxmlformats.org/officeDocument/2006/relationships/notesMaster" Target="/ppt/notesMasters/notesMaster1.xml" Id="Ra912dc38ac634e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cb0c578c514b49" /><Relationship Type="http://schemas.openxmlformats.org/officeDocument/2006/relationships/notesMaster" Target="/ppt/notesMasters/notesMaster1.xml" Id="Rb1e6b1a14a0b42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Pembukaan 45 menit: 5 masalah, 5 arsitektur, 20 demo, 5 dampak, 10 Q&amp;A. Kasus official halaman 9–10. Data fiktif, bukan sertifikasi CDOB.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Bayangkan segel terbuka saat serah terima. Jangan lanjut tanpa keputusan. Official Pharma halaman 9–10. BMC dan ALUR hanya referensi.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membuat/menyetujui/menugaskan/memutuskan. Satria memeriksa dan melapor. Pembeli melihat kiriman miliknya. Hak akses diperiksa server, bukan hanya menyembunyikan tombol.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Checklist tidak lengkap memblokir approve dan assign. Semua hasil tersimpan, termasuk pemeriksaan yang tidak lulus. Suhu bersifat instruksi per paket, bukan universal 2–8°C.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Vue 3 + TypeScript + Vite untuk frontend. Laravel 12 untuk autentikasi session, CSRF, gate, transaksi dan state machine. Database driver mysql pada MariaDB lokal. Outbox + scheduler memisahkan pengiriman Telegram dari request pengguna.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ringkasan asli dari output/screenshots. Jumlah berasal dari dummy, bukan operasi Anteraja nyata.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demo: checklist incomplete/block/complete/approve/seal issue/return. Satria tidak bisa decide atau melanjutkan paket held. Buka screenshot held jika butuh penjelasan sebelum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tiga window dengan sesi berbeda. Ikuti docs/DEMO.md. Durasi demo 20 menit. Telegram nyata memerlukan token/chat ID; jika belum dipasang, sampaikan status konfigurasi secara jujur.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Riwayat append-only. Version menolak stale action. Snapshot baru tidak menimpa laporan lama. Pesan sent hanya setelah ok=true provider, bukan setelah outbox dibuat.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Ini indikator yang dapat dihitung dari log, bukan klaim penghematan hasil lapangan. Target bisnis harus diuji pada pilot. Jangan menyebut persentase tanpa data nyata.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 hanya backend/.env. Akun uji /start bot. APK dibangun, pengujian HP fisik belum diklaim. Untuk produksi butuh HTTPS, hardening, kebijakan data, validasi SOP dan audit regulasi. Sources: https://anteraja.id/id/services ; https://peraturan.bpk.go.id/Download/388087/peraturan-bpom-no-20-tahun-2025.pdf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Q&amp;A di docs/DEMO.md. Jelaskan batas jaringan exactly-once dengan jujur. Branch: https://github.com/asyep/anteraja-pharma/tree/first-mvp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460a88d9f47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fa2b8efee4b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82bc0ec1f49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b49faaf444d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4f8ebde4b48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92d52777847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6C92E4-27AC-4A90-A2E9-A2BDF724D1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1991B3-71DA-41C3-8A20-3215614934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A64D6F-CDDD-409A-AC1D-6837E02D4B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C53A19-C3DA-43F5-870C-CAFEDE5D8C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604BC1-A1DA-4A22-9D52-287D26AE3C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D13D0F-6C53-4D9C-AD8B-AE4F4C9C7B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B824B1-CFF1-41F4-BBA8-1B9E5CD862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5FB410-23F1-4F26-A57F-78FB600B50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546FA0-3232-4D9E-B9C2-015F2B1D6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D85DA2-9E9B-48D0-8E41-DB2336AA77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5d2a339d3440c0" /><Relationship Type="http://schemas.openxmlformats.org/officeDocument/2006/relationships/slideLayout" Target="/ppt/slideLayouts/slideLayout1.xml" Id="R153f99a96fa4469c" /><Relationship Type="http://schemas.openxmlformats.org/officeDocument/2006/relationships/slideLayout" Target="/ppt/slideLayouts/slideLayout2.xml" Id="R864387b99e024293" /><Relationship Type="http://schemas.openxmlformats.org/officeDocument/2006/relationships/slideLayout" Target="/ppt/slideLayouts/slideLayout3.xml" Id="Rd0c5b5b74c51490a" /><Relationship Type="http://schemas.openxmlformats.org/officeDocument/2006/relationships/slideLayout" Target="/ppt/slideLayouts/slideLayout4.xml" Id="R3c490298416144fe" /><Relationship Type="http://schemas.openxmlformats.org/officeDocument/2006/relationships/slideLayout" Target="/ppt/slideLayouts/slideLayout5.xml" Id="R6edb63cc7acd4a95" /><Relationship Type="http://schemas.openxmlformats.org/officeDocument/2006/relationships/slideLayout" Target="/ppt/slideLayouts/slideLayout6.xml" Id="Rf64c99765d7f47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3f99a96fa4469c"/>
    <p:sldLayoutId xmlns:r="http://schemas.openxmlformats.org/officeDocument/2006/relationships" id="2147483650" r:id="R864387b99e024293"/>
    <p:sldLayoutId xmlns:r="http://schemas.openxmlformats.org/officeDocument/2006/relationships" id="2147483651" r:id="Rd0c5b5b74c51490a"/>
    <p:sldLayoutId xmlns:r="http://schemas.openxmlformats.org/officeDocument/2006/relationships" id="2147483652" r:id="R3c490298416144fe"/>
    <p:sldLayoutId xmlns:r="http://schemas.openxmlformats.org/officeDocument/2006/relationships" id="2147483653" r:id="R6edb63cc7acd4a95"/>
    <p:sldLayoutId xmlns:r="http://schemas.openxmlformats.org/officeDocument/2006/relationships" id="2147483654" r:id="Rf64c99765d7f47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31f76986d240dc" /><Relationship Type="http://schemas.openxmlformats.org/officeDocument/2006/relationships/image" Target="/ppt/media/image.bin" Id="Rdda51407d7634a34" /><Relationship Type="http://schemas.openxmlformats.org/officeDocument/2006/relationships/image" Target="/ppt/media/image.png" Id="Rd6c826705b614c8e" /><Relationship Type="http://schemas.openxmlformats.org/officeDocument/2006/relationships/notesSlide" Target="/ppt/notesSlides/notesSlide1.xml" Id="R8b7fb21cd2e547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783ba18b44cbf" /><Relationship Type="http://schemas.openxmlformats.org/officeDocument/2006/relationships/image" Target="/ppt/media/image2.png" Id="R5d8f40effb844a63" /><Relationship Type="http://schemas.openxmlformats.org/officeDocument/2006/relationships/notesSlide" Target="/ppt/notesSlides/notesSlide2.xml" Id="R6b79bc76434247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f9e13dea8442ec" /><Relationship Type="http://schemas.openxmlformats.org/officeDocument/2006/relationships/image" Target="/ppt/media/image3.png" Id="R0aacc897a8cb4cc2" /><Relationship Type="http://schemas.openxmlformats.org/officeDocument/2006/relationships/notesSlide" Target="/ppt/notesSlides/notesSlide3.xml" Id="R7ceb1be48ff243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39849533284c67" /><Relationship Type="http://schemas.openxmlformats.org/officeDocument/2006/relationships/image" Target="/ppt/media/image2.bin" Id="R6448709ec8a54ea1" /><Relationship Type="http://schemas.openxmlformats.org/officeDocument/2006/relationships/image" Target="/ppt/media/image4.png" Id="R419ae3ca2d9b451a" /><Relationship Type="http://schemas.openxmlformats.org/officeDocument/2006/relationships/notesSlide" Target="/ppt/notesSlides/notesSlide4.xml" Id="Rb1cfe0de39f84d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ee241f3b54b82" /><Relationship Type="http://schemas.openxmlformats.org/officeDocument/2006/relationships/image" Target="/ppt/media/image5.png" Id="R2b7a8f8974c44b8d" /><Relationship Type="http://schemas.openxmlformats.org/officeDocument/2006/relationships/notesSlide" Target="/ppt/notesSlides/notesSlide5.xml" Id="Re67ccb4d799b4a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56160caa9454c" /><Relationship Type="http://schemas.openxmlformats.org/officeDocument/2006/relationships/image" Target="/ppt/media/image6.png" Id="Rb1b97961e28c40d4" /><Relationship Type="http://schemas.openxmlformats.org/officeDocument/2006/relationships/image" Target="/ppt/media/image7.png" Id="R3ed4fce978104607" /><Relationship Type="http://schemas.openxmlformats.org/officeDocument/2006/relationships/notesSlide" Target="/ppt/notesSlides/notesSlide6.xml" Id="R00714d11976e49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906a8051341a9" /><Relationship Type="http://schemas.openxmlformats.org/officeDocument/2006/relationships/image" Target="/ppt/media/image8.png" Id="Rcd8727e3c7ab4acd" /><Relationship Type="http://schemas.openxmlformats.org/officeDocument/2006/relationships/image" Target="/ppt/media/image9.png" Id="R498ab04f78054ab5" /><Relationship Type="http://schemas.openxmlformats.org/officeDocument/2006/relationships/notesSlide" Target="/ppt/notesSlides/notesSlide7.xml" Id="Rd9445f9785ad47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6f4d1e10934280" /><Relationship Type="http://schemas.openxmlformats.org/officeDocument/2006/relationships/image" Target="/ppt/media/image10.png" Id="Rac77a62500bd4653" /><Relationship Type="http://schemas.openxmlformats.org/officeDocument/2006/relationships/notesSlide" Target="/ppt/notesSlides/notesSlide8.xml" Id="R1525beb4fece4c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43d1a4bfe43c3" /><Relationship Type="http://schemas.openxmlformats.org/officeDocument/2006/relationships/image" Target="/ppt/media/image11.png" Id="R980103f323554365" /><Relationship Type="http://schemas.openxmlformats.org/officeDocument/2006/relationships/notesSlide" Target="/ppt/notesSlides/notesSlide9.xml" Id="Ra1914332fcfa44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bc6e861234c8f" /><Relationship Type="http://schemas.openxmlformats.org/officeDocument/2006/relationships/image" Target="/ppt/media/image12.png" Id="R0970a411df9b4098" /><Relationship Type="http://schemas.openxmlformats.org/officeDocument/2006/relationships/notesSlide" Target="/ppt/notesSlides/notesSlide10.xml" Id="R86818432685948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4a4a914a547f6" /><Relationship Type="http://schemas.openxmlformats.org/officeDocument/2006/relationships/image" Target="/ppt/media/image13.png" Id="R470de2f7b25d48fb" /><Relationship Type="http://schemas.openxmlformats.org/officeDocument/2006/relationships/notesSlide" Target="/ppt/notesSlides/notesSlide11.xml" Id="Rcf81ca08892240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174cd833db42a0" /><Relationship Type="http://schemas.openxmlformats.org/officeDocument/2006/relationships/image" Target="/ppt/media/image14.png" Id="Rb1e09cb52116461f" /><Relationship Type="http://schemas.openxmlformats.org/officeDocument/2006/relationships/notesSlide" Target="/ppt/notesSlides/notesSlide12.xml" Id="R18b6279b2c3f4b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A85AD-9A27-4661-953B-1F5F2264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4771B-57C6-48A3-9674-F043F3D6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Pemeriksaan sebelum</a:t>
            </a:r>
          </a:p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paket melanjutkan perjalanan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96668-7812-4A2E-84A5-1F2F0C8D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Prototype hackathon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13–16 Oktober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B6DCE-E7BA-4A20-B8D7-889A8C60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AEB6A-3FE5-4E2B-BA3D-FF921BE20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51407d7634a34"/>
          <a:srcRect xmlns:a="http://schemas.openxmlformats.org/drawingml/2006/main" l="0" t="21667" r="0" b="21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714625"/>
            <a:ext cx="4762500" cy="3238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9C871-DDE8-41E4-8B9D-6692AB73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C900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C9007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90073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ABDAE-DD6E-40CE-8DDD-24673038A2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826705b614c8e"/>
          <a:stretch xmlns:a="http://schemas.openxmlformats.org/drawingml/2006/main"/>
        </p:blipFill>
        <p:spPr>
          <a:xfrm xmlns:a="http://schemas.openxmlformats.org/drawingml/2006/main">
            <a:off x="190500" y="3333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339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11ECE-3097-4832-A5C9-2A5A776C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4944E-2A68-48DF-88EA-2E7295BB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Segel bermasalah membutuhkan</a:t>
            </a:r>
          </a:p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keputusan yang jelas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CEDCE-F563-49FE-92ED-D672925B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Satria mencatat kondisi di lapangan.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Admin menentukan tindakan dan alasannya.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Penerima mengetahui kabar paketnya.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9F53F-7D51-4028-9962-DEB45A94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706F5-7BE8-43FB-8DF4-CF687598EB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f40effb844a63"/>
          <a:stretch xmlns:a="http://schemas.openxmlformats.org/drawingml/2006/main"/>
        </p:blipFill>
        <p:spPr>
          <a:xfrm xmlns:a="http://schemas.openxmlformats.org/drawingml/2006/main">
            <a:off x="190500" y="3333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182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48AB9-0B93-47AF-95B1-2CA0678F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325B7-11AB-4EF9-BAF0-B65C3777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Tanggung jawab tiap peran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F0EFE-A14E-4ED5-A700-256A5430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FDFB3-258B-44B3-8C2D-FBCCB6F6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C900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C900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90073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98699-E938-4D1C-AAF5-D80A95AC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Pemeriksaan dan persetujuan</a:t>
            </a:r>
          </a:p>
          <a:p xmlns:a="http://schemas.openxmlformats.org/drawingml/2006/main">
            <a: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Penugasan Satria</a:t>
            </a:r>
          </a:p>
          <a:p xmlns:a="http://schemas.openxmlformats.org/drawingml/2006/main">
            <a: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Keputusan kendala</a:t>
            </a:r>
          </a:p>
          <a:p xmlns:a="http://schemas.openxmlformats.org/drawingml/2006/main">
            <a: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Laporan operasional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12598-B171-4654-BE91-C439E58D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Satria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1B853-E63F-4038-84EF-5164430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1950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Hasil pemeriksaan</a:t>
            </a:r>
          </a:p>
          <a:p xmlns:a="http://schemas.openxmlformats.org/drawingml/2006/main">
            <a: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Terima atau tolak tugas</a:t>
            </a:r>
          </a:p>
          <a:p xmlns:a="http://schemas.openxmlformats.org/drawingml/2006/main">
            <a: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Pembaruan perjalanan</a:t>
            </a:r>
          </a:p>
          <a:p xmlns:a="http://schemas.openxmlformats.org/drawingml/2006/main">
            <a: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Kondisi paket di lapangan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4DE16-CC70-461E-ABA4-B58F7155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Pembeli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B4314-2201-4A84-A99E-33ACA52E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Kabar paket miliknya</a:t>
            </a:r>
          </a:p>
          <a:p xmlns:a="http://schemas.openxmlformats.org/drawingml/2006/main">
            <a: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Kesiapan penerimaan</a:t>
            </a:r>
          </a:p>
          <a:p xmlns:a="http://schemas.openxmlformats.org/drawingml/2006/main">
            <a: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Laporan kendala</a:t>
            </a:r>
          </a:p>
          <a:p xmlns:a="http://schemas.openxmlformats.org/drawingml/2006/main">
            <a:pPr>
              <a:defRPr sz="1875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Konfirmasi diterima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50346-5758-4BF3-B3CF-2086C3DBEE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cc897a8cb4cc2"/>
          <a:stretch xmlns:a="http://schemas.openxmlformats.org/drawingml/2006/main"/>
        </p:blipFill>
        <p:spPr>
          <a:xfrm xmlns:a="http://schemas.openxmlformats.org/drawingml/2006/main">
            <a:off x="190500" y="3333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16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6177D-CBB1-45A7-8AED-2DD32743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1FF04-85DA-4FDF-8475-4A25D116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Pemeriksaan membuka</a:t>
            </a:r>
          </a:p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pintu persetujuan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2802A-6CD7-4CA1-87E0-48219BD3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Kemasan utuh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Segel utuh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Label sesuai penerima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E346A-29FA-416F-AC53-1C5B8BB3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AE75B-FEF7-4529-8C51-475CBFF833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8709ec8a54ea1"/>
          <a:srcRect xmlns:a="http://schemas.openxmlformats.org/drawingml/2006/main" l="6985" t="0" r="69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762250"/>
            <a:ext cx="4953000" cy="3238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D58C5-1928-4099-B7AE-60D8552E83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ae3ca2d9b451a"/>
          <a:stretch xmlns:a="http://schemas.openxmlformats.org/drawingml/2006/main"/>
        </p:blipFill>
        <p:spPr>
          <a:xfrm xmlns:a="http://schemas.openxmlformats.org/drawingml/2006/main">
            <a:off x="190500" y="3333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67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59DCC-52CD-4841-98D4-B607E8DA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4D0FA-ACEF-4822-B8FD-8E29248D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App, orkestrasi, dan otomatisasi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27C37-F141-4D51-862D-7217A996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772E5-6C68-4532-A08C-DEE5FAC8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Tampilan Vue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F1577-B335-48E3-9072-621943D3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Form dan status</a:t>
            </a:r>
          </a:p>
          <a:p xmlns:a="http://schemas.openxmlformats.org/drawingml/2006/main">
            <a:pPr>
              <a:defRPr sz="19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Peran yang berbeda</a:t>
            </a:r>
          </a:p>
          <a:p xmlns:a="http://schemas.openxmlformats.org/drawingml/2006/main">
            <a:pPr>
              <a:defRPr sz="19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HP dan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5BCB9-66D7-4614-870B-52DB353D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Aturan Laravel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2CB82-DA7F-4475-BD8E-44B0F4E9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67125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Urutan kerja</a:t>
            </a:r>
          </a:p>
          <a:p xmlns:a="http://schemas.openxmlformats.org/drawingml/2006/main">
            <a:pPr>
              <a:defRPr sz="19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Persetujuan dan hold</a:t>
            </a:r>
          </a:p>
          <a:p xmlns:a="http://schemas.openxmlformats.org/drawingml/2006/main">
            <a:pPr>
              <a:defRPr sz="19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Transaksi serta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57EC5-C085-4284-B2BB-1967BF82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Otomatisasi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3178B-55A9-4B2E-8F31-104468BE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67125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Antrean Telegram</a:t>
            </a:r>
          </a:p>
          <a:p xmlns:a="http://schemas.openxmlformats.org/drawingml/2006/main">
            <a:pPr>
              <a:defRPr sz="19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Pengingat tugas</a:t>
            </a:r>
          </a:p>
          <a:p xmlns:a="http://schemas.openxmlformats.org/drawingml/2006/main">
            <a:pPr>
              <a:defRPr sz="19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Laporan harian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5A3BE-A34F-4973-8C65-C4BCE1CE52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a8f8974c44b8d"/>
          <a:stretch xmlns:a="http://schemas.openxmlformats.org/drawingml/2006/main"/>
        </p:blipFill>
        <p:spPr>
          <a:xfrm xmlns:a="http://schemas.openxmlformats.org/drawingml/2006/main">
            <a:off x="190500" y="3333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4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DC833-2CE2-47AC-8FAA-7D87FCDB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871C8-962B-48A9-AB06-1433C765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Admin melihat yang</a:t>
            </a:r>
          </a:p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perlu ditangani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27217-BF63-433E-8396-8F93754A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Pemeriksaan dan keputusan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terlihat dari satu ruang kerja.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C174A-3ADC-4500-9E5B-80F7F358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A4B03-1C39-440D-A4D4-6822436017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97961e28c40d4"/>
          <a:srcRect xmlns:a="http://schemas.openxmlformats.org/drawingml/2006/main" l="3767" t="0" r="37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2524125"/>
            <a:ext cx="5143500" cy="34766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69A5D-B40D-4C66-A32F-80B6ABF3C6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4fce978104607"/>
          <a:stretch xmlns:a="http://schemas.openxmlformats.org/drawingml/2006/main"/>
        </p:blipFill>
        <p:spPr>
          <a:xfrm xmlns:a="http://schemas.openxmlformats.org/drawingml/2006/main">
            <a:off x="190500" y="3333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501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813D9-11D9-4549-8B44-028C86A3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B8E71-6F9E-496F-8235-33A9CBA7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Kendala menghentikan perjalanan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C923F-1407-4479-8C43-EF5585E6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Satria melaporkan segel.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Paket langsung ditahan.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Admin memberi instruksi retur.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EAAB1-1243-4FD3-A4A7-757EDDE1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F34FC-FD9A-408B-B1B1-220779AB61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727e3c7ab4acd"/>
          <a:srcRect xmlns:a="http://schemas.openxmlformats.org/drawingml/2006/main" l="3571" t="0" r="3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667000"/>
            <a:ext cx="4953000" cy="3333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2D9B0-D240-4555-9CC2-6797A931F5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ab04f78054ab5"/>
          <a:stretch xmlns:a="http://schemas.openxmlformats.org/drawingml/2006/main"/>
        </p:blipFill>
        <p:spPr>
          <a:xfrm xmlns:a="http://schemas.openxmlformats.org/drawingml/2006/main">
            <a:off x="190500" y="3333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25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F70C1-A156-49C3-9C44-5D21E101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51AFE-9FDD-4BE5-A030-0182B7D8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3B37F-1115-4391-8CD3-ACCCBC3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Checklist belum lengkap sampai retur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Alur normal dan tugas ditolak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Riwayat pesan serta laporan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750F0-594C-4920-98B3-479D6C8E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19F12-DE97-49CA-A615-D4EF8BF7CD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7a62500bd4653"/>
          <a:stretch xmlns:a="http://schemas.openxmlformats.org/drawingml/2006/main"/>
        </p:blipFill>
        <p:spPr>
          <a:xfrm xmlns:a="http://schemas.openxmlformats.org/drawingml/2006/main">
            <a:off x="190500" y="3333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480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1B806-F91E-42A7-9DDE-EF62040A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3E040-9170-491A-93B8-478E6CDD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Bukti proses tetap tersimpan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9F278-910A-4129-804F-7857BA50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Nama pelaku dan waktu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Hasil pemeriksaan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Keputusan dan alasan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Snapshot laporan yang memiliki revisi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84965-2004-4862-B775-0A7482FF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AA3E5-DA04-492E-8C4E-A3080AFB71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103f323554365"/>
          <a:stretch xmlns:a="http://schemas.openxmlformats.org/drawingml/2006/main"/>
        </p:blipFill>
        <p:spPr>
          <a:xfrm xmlns:a="http://schemas.openxmlformats.org/drawingml/2006/main">
            <a:off x="190500" y="3333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87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95349-CBFD-4D81-A2B5-DD329B90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86B8B-EB44-4A67-99F9-2D0554AC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KPI untuk pilot operasional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D692B-15B2-476B-A7B2-BEEC78C5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Pemeriksaan lengkap sebelum berangkat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Waktu menunggu keputusan Admin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Umur penugasan yang belum dijawab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Keberhasilan pengiriman notifikasi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339F0-505D-4934-80CA-2C6A9E1E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89D6B-DBEB-411E-815F-A12959BF3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0a411df9b4098"/>
          <a:stretch xmlns:a="http://schemas.openxmlformats.org/drawingml/2006/main"/>
        </p:blipFill>
        <p:spPr>
          <a:xfrm xmlns:a="http://schemas.openxmlformats.org/drawingml/2006/main">
            <a:off x="190500" y="3333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12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6E5DB-B6E1-4C5E-80C3-EFE46BDE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D368C-4791-422C-A45E-1DE57E35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Pemasangan dan batas penggunaan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C87E0-915F-4E78-A22A-D0B20CDC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Telegram siap menerima credential tim.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APK debug memakai server lokal.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Prototype menggunakan data fiktif.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B4D2F-D886-4E8F-8F13-E7D85932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0AF54-94D3-4568-9939-12C1310109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de2f7b25d48fb"/>
          <a:stretch xmlns:a="http://schemas.openxmlformats.org/drawingml/2006/main"/>
        </p:blipFill>
        <p:spPr>
          <a:xfrm xmlns:a="http://schemas.openxmlformats.org/drawingml/2006/main">
            <a:off x="190500" y="3333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1141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22399-4188-4015-A778-09322792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8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85C"/>
                </a:solidFill>
                <a:latin typeface="Arial"/>
                <a:ea typeface="Arial"/>
                <a:cs typeface="Arial"/>
              </a:rPr>
              <a:t>Anteraja Pharma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FF885-9748-446D-AB97-9AA8DA78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35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33530"/>
                </a:solidFill>
                <a:latin typeface="Arial"/>
                <a:ea typeface="Arial"/>
                <a:cs typeface="Arial"/>
              </a:rPr>
              <a:t>Tanya jawab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3CECA-A173-45E2-9FE3-9CE1E991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Bagaimana gate mencegah bypass?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Apa yang terjadi saat Telegram gagal?</a:t>
            </a:r>
          </a:p>
          <a:p xmlns:a="http://schemas.openxmlformats.org/drawingml/2006/main">
            <a:pPr>
              <a:defRPr sz="210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Bagaimana melacak alasan retur?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26F11-64E7-4731-86D1-C0099C61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D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D6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C57F2-26E1-43E7-A8C3-C702F0FDB3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09cb52116461f"/>
          <a:stretch xmlns:a="http://schemas.openxmlformats.org/drawingml/2006/main"/>
        </p:blipFill>
        <p:spPr>
          <a:xfrm xmlns:a="http://schemas.openxmlformats.org/drawingml/2006/main">
            <a:off x="190500" y="3333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858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2026-10-13T04:45:33.8370000Z</dcterms:created>
  <dcterms:modified xsi:type="dcterms:W3CDTF">2026-10-13T04:45:33.8370000Z</dcterms:modified>
</coreProperties>
</file>